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2" autoAdjust="0"/>
    <p:restoredTop sz="94660"/>
  </p:normalViewPr>
  <p:slideViewPr>
    <p:cSldViewPr snapToGrid="0">
      <p:cViewPr varScale="1">
        <p:scale>
          <a:sx n="75" d="100"/>
          <a:sy n="75" d="100"/>
        </p:scale>
        <p:origin x="5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E494-1D7E-4D91-9F40-A7A2BFA262D8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7EC7-1EAE-4868-AA02-ACF6C7429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166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E494-1D7E-4D91-9F40-A7A2BFA262D8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7EC7-1EAE-4868-AA02-ACF6C7429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087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E494-1D7E-4D91-9F40-A7A2BFA262D8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7EC7-1EAE-4868-AA02-ACF6C7429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21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E494-1D7E-4D91-9F40-A7A2BFA262D8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7EC7-1EAE-4868-AA02-ACF6C7429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984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E494-1D7E-4D91-9F40-A7A2BFA262D8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7EC7-1EAE-4868-AA02-ACF6C7429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307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E494-1D7E-4D91-9F40-A7A2BFA262D8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7EC7-1EAE-4868-AA02-ACF6C7429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801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E494-1D7E-4D91-9F40-A7A2BFA262D8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7EC7-1EAE-4868-AA02-ACF6C7429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368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E494-1D7E-4D91-9F40-A7A2BFA262D8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7EC7-1EAE-4868-AA02-ACF6C7429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861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E494-1D7E-4D91-9F40-A7A2BFA262D8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7EC7-1EAE-4868-AA02-ACF6C7429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69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E494-1D7E-4D91-9F40-A7A2BFA262D8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7EC7-1EAE-4868-AA02-ACF6C7429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941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E494-1D7E-4D91-9F40-A7A2BFA262D8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7EC7-1EAE-4868-AA02-ACF6C7429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995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0CE494-1D7E-4D91-9F40-A7A2BFA262D8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97EC7-1EAE-4868-AA02-ACF6C7429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234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125" y="842601"/>
            <a:ext cx="9135750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255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125" y="875943"/>
            <a:ext cx="9135750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82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888" y="861654"/>
            <a:ext cx="9126224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203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Praveen</dc:creator>
  <cp:lastModifiedBy>Praveen</cp:lastModifiedBy>
  <cp:revision>1</cp:revision>
  <dcterms:created xsi:type="dcterms:W3CDTF">2025-12-06T10:42:12Z</dcterms:created>
  <dcterms:modified xsi:type="dcterms:W3CDTF">2025-12-06T10:42:42Z</dcterms:modified>
</cp:coreProperties>
</file>